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ASKAI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Make an AI coding subscription last longer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920240"/>
            <a:ext cx="107899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1C2833"/>
                </a:solidFill>
                <a:latin typeface="Calibri"/>
              </a:rPr>
              <a:t>One setup for Claude Code, Cursor, Codex, and Antigravity. It wires tools you already use. It does not sit between you and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1264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Shareable overview. Defaults match the coding profile in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THE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Three things decide how fast usage runs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The chat is re-sent every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Long sessions are the expensive ones. A week that hit a plan limit spent most of it on calls over 150K tokens of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The model is the biggest lever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Across measured comparisons, a smaller model was the repeated large saving. Claude Code otherwise tends toward the most expensive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Reads, extra agents, and idle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File reads dominate tool use. Each extra agent starts with its own context. Loops and check-ins spend while you are away.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WHAT IT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Four hosts, one project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Claude Code, Cursor, OpenAI Codex, and Google Antigravity. Windows, macOS, Linux, and WSL.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A project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A short map of the repo: what it is, where code lives, how to build and test. The agent reads that instead of rediscovering the tree.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Two chat 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/askai-cli reviews the pack and opens the AskAI terminal. /askai-plugins finishes one-time plugin setup. Terminal commands do not spend model tokens.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DEFAULT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The coding profile is what you get if you do not choose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Rules that stay short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Token rules, a terse reply style, and lean settings: fewer idle drains and capped output. Loaded for the kind of file you are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Claude Code defaults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Sonnet 5.5 at high effort for the main session. Haiku for subagents. A model you already chose is left as you set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Navigation and a spend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Serena, so the agent can jump to a symbol instead of reading whole files. ccusage, so you can see what Claude Code spent.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5065776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157216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Reminders, not a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486400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A status line and a couple of in-session reminders. No router, no proxy, and no change to how you are billed.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EACH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The pack is how the next session starts smaller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Instruction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AGENTS.md, CLAUDE.md, and GEMINI.md. Short notes the host already loads. Edits under the managed block are kept.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docs/ai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Project map, architecture, features, and a source index. The agent searches the index instead of opening the whole tree.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What stays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.cursorignore leaves dependencies, build output, and secrets out of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5065776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157216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A 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486400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After a break, the next chat starts from the files named in the handoff, not from the old transcript.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NOT IN THE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The max profile is a choice, not the starting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Added only when you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Context7, Graphify, Headroom, Repomix, RTK, Context Mode, document conversion, and ripgrep, jq, and gh where they are missing.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Why they are not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Independent measurements found RTK, Context Mode, and Headroom can cost more, not less. The default installs the pieces that measured a saving.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Graphify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The program can be installed with max. Building the graph is a separate step, /askai-plugins, and it spends tokens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5065776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157216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Claude LSP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486400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Official code-intelligence plugins are for Claude Code. A Cursor-only install does not add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HOW THE GOAL IS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Set up once, then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Shorter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The pack and the handoff replace a long chat. Clear between tasks. Compact stays a tip, not an automatic cut.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Less wasted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Search, then read a range. Serena for symbols. Ignore rules for trees that are not the product.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Fewer idle spends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Lean settings in every profile. askai break lists work that is still running.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5065776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157216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A number you can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486400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askai usage and askai setup. A plugin’s own “tokens saved” counter is not the bill.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144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A72"/>
                </a:solidFill>
                <a:latin typeface="Calibri"/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530352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24F"/>
                </a:solidFill>
                <a:latin typeface="Calibri"/>
              </a:rPr>
              <a:t>Preview, install, open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554480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554480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7510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Node.js 18 or newer, and Git. Sign in to the host you use. An API key overrides a subscription, so remove it unless you mean to pay per token.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724912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724912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816352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Default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4553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The installer dry-run lists every change. The install uses the coding profile unless you pass --profile max.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895344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3895344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86784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315968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Restart the host. Open the project folder itself. Type / and choose askai-cli. Type / and choose askai-plugins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5065776"/>
            <a:ext cx="11247120" cy="106070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73152" cy="1060704"/>
          </a:xfrm>
          <a:prstGeom prst="rect">
            <a:avLst/>
          </a:prstGeom>
          <a:solidFill>
            <a:srgbClr val="1A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5157216"/>
            <a:ext cx="10789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4324F"/>
                </a:solidFill>
                <a:latin typeface="Calibri"/>
              </a:rPr>
              <a:t>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486400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833"/>
                </a:solidFill>
                <a:latin typeface="Calibri"/>
              </a:rPr>
              <a:t>github.com/aalokshah-business/AskAi — docs/INSTALL.md and docs/ASKAI_GUIDE.md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AskAI overview</dc:title>
  <dc:subject>How AskAI helps, what it supports, and what a default install includes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